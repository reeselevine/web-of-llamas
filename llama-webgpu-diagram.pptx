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584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48" d="100"/>
          <a:sy n="148" d="100"/>
        </p:scale>
        <p:origin x="200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598593"/>
            <a:ext cx="75438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1921087"/>
            <a:ext cx="75438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5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1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911860"/>
            <a:ext cx="867537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2447714"/>
            <a:ext cx="867537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4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973666"/>
            <a:ext cx="42748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973666"/>
            <a:ext cx="42748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7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94734"/>
            <a:ext cx="867537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896620"/>
            <a:ext cx="425517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1336040"/>
            <a:ext cx="425517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896620"/>
            <a:ext cx="4276130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1336040"/>
            <a:ext cx="427613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7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3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8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243840"/>
            <a:ext cx="3244096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526627"/>
            <a:ext cx="5092065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097280"/>
            <a:ext cx="3244096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8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243840"/>
            <a:ext cx="3244096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526627"/>
            <a:ext cx="5092065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1097280"/>
            <a:ext cx="3244096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8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194733"/>
            <a:ext cx="2168843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194733"/>
            <a:ext cx="6380798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5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194734"/>
            <a:ext cx="867537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973666"/>
            <a:ext cx="867537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3390054"/>
            <a:ext cx="22631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6AF92-4DE2-3D4F-B727-C02916CB3CE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3390054"/>
            <a:ext cx="339471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3390054"/>
            <a:ext cx="22631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0AEE4-EB08-D541-B661-3203B2BEF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1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831E70-C29B-2389-5311-ACDC094ED899}"/>
              </a:ext>
            </a:extLst>
          </p:cNvPr>
          <p:cNvSpPr/>
          <p:nvPr/>
        </p:nvSpPr>
        <p:spPr>
          <a:xfrm>
            <a:off x="2678142" y="400672"/>
            <a:ext cx="4867434" cy="31771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E8D47-F3BF-EF47-EC27-941B939275A8}"/>
              </a:ext>
            </a:extLst>
          </p:cNvPr>
          <p:cNvSpPr txBox="1"/>
          <p:nvPr/>
        </p:nvSpPr>
        <p:spPr>
          <a:xfrm>
            <a:off x="4603552" y="-102928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llama.cpp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B8259C-D0F1-EE26-3422-26CE3D336281}"/>
              </a:ext>
            </a:extLst>
          </p:cNvPr>
          <p:cNvSpPr/>
          <p:nvPr/>
        </p:nvSpPr>
        <p:spPr>
          <a:xfrm>
            <a:off x="5874795" y="885591"/>
            <a:ext cx="1380506" cy="7017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7A1BDE-8B3A-DB69-4C65-51144BAB2339}"/>
              </a:ext>
            </a:extLst>
          </p:cNvPr>
          <p:cNvSpPr/>
          <p:nvPr/>
        </p:nvSpPr>
        <p:spPr>
          <a:xfrm>
            <a:off x="5865956" y="1799385"/>
            <a:ext cx="1449237" cy="7017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08B135-AE61-648D-8F59-578D301095E7}"/>
              </a:ext>
            </a:extLst>
          </p:cNvPr>
          <p:cNvSpPr/>
          <p:nvPr/>
        </p:nvSpPr>
        <p:spPr>
          <a:xfrm>
            <a:off x="5865956" y="2678675"/>
            <a:ext cx="1449237" cy="7017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WebGPU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27FDEE-159E-512C-CD57-9755D3811057}"/>
              </a:ext>
            </a:extLst>
          </p:cNvPr>
          <p:cNvSpPr/>
          <p:nvPr/>
        </p:nvSpPr>
        <p:spPr>
          <a:xfrm>
            <a:off x="2730047" y="862337"/>
            <a:ext cx="2708439" cy="25796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Arch definitions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Model loading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Tokenizer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Graph construction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Manage KV-cache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Backend dispatch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B4F8F-58F2-BE27-520A-7DD6A6CD8FD2}"/>
              </a:ext>
            </a:extLst>
          </p:cNvPr>
          <p:cNvSpPr txBox="1"/>
          <p:nvPr/>
        </p:nvSpPr>
        <p:spPr>
          <a:xfrm>
            <a:off x="3124057" y="415965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Core/Runtime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D341F-B14B-86B9-CCC9-5DACE1BC3774}"/>
              </a:ext>
            </a:extLst>
          </p:cNvPr>
          <p:cNvSpPr txBox="1"/>
          <p:nvPr/>
        </p:nvSpPr>
        <p:spPr>
          <a:xfrm>
            <a:off x="5838826" y="406776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4797BF-75FE-E588-A290-1E89A7642DEE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5438486" y="1236465"/>
            <a:ext cx="436309" cy="915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C5DE9F-2050-7EF1-CB34-F8906334D72B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5438486" y="2150259"/>
            <a:ext cx="427470" cy="1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31C01B-4113-065F-E7A7-26333E43CAF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5438486" y="2152140"/>
            <a:ext cx="427470" cy="87740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51B5F9EF-5EC1-2A11-635A-BBC472E46D42}"/>
              </a:ext>
            </a:extLst>
          </p:cNvPr>
          <p:cNvSpPr/>
          <p:nvPr/>
        </p:nvSpPr>
        <p:spPr>
          <a:xfrm>
            <a:off x="161423" y="1227839"/>
            <a:ext cx="977996" cy="701748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214B02-147B-D593-A0F4-34608B7DE9D4}"/>
              </a:ext>
            </a:extLst>
          </p:cNvPr>
          <p:cNvSpPr txBox="1"/>
          <p:nvPr/>
        </p:nvSpPr>
        <p:spPr>
          <a:xfrm>
            <a:off x="-24136" y="415965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Files (GGUF)</a:t>
            </a:r>
          </a:p>
        </p:txBody>
      </p:sp>
      <p:sp>
        <p:nvSpPr>
          <p:cNvPr id="27" name="Snip Single Corner Rectangle 26">
            <a:extLst>
              <a:ext uri="{FF2B5EF4-FFF2-40B4-BE49-F238E27FC236}">
                <a16:creationId xmlns:a16="http://schemas.microsoft.com/office/drawing/2014/main" id="{1D71D81F-842F-B9C7-8AA9-69514F57365B}"/>
              </a:ext>
            </a:extLst>
          </p:cNvPr>
          <p:cNvSpPr/>
          <p:nvPr/>
        </p:nvSpPr>
        <p:spPr>
          <a:xfrm>
            <a:off x="1248999" y="1227839"/>
            <a:ext cx="977996" cy="701748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</a:p>
        </p:txBody>
      </p:sp>
      <p:sp>
        <p:nvSpPr>
          <p:cNvPr id="28" name="Snip Single Corner Rectangle 27">
            <a:extLst>
              <a:ext uri="{FF2B5EF4-FFF2-40B4-BE49-F238E27FC236}">
                <a16:creationId xmlns:a16="http://schemas.microsoft.com/office/drawing/2014/main" id="{8B0F1F2C-B05C-0E33-374A-05E6BBF065B2}"/>
              </a:ext>
            </a:extLst>
          </p:cNvPr>
          <p:cNvSpPr/>
          <p:nvPr/>
        </p:nvSpPr>
        <p:spPr>
          <a:xfrm>
            <a:off x="161423" y="2107129"/>
            <a:ext cx="977996" cy="701748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Gemma</a:t>
            </a:r>
          </a:p>
        </p:txBody>
      </p:sp>
      <p:sp>
        <p:nvSpPr>
          <p:cNvPr id="29" name="Snip Single Corner Rectangle 28">
            <a:extLst>
              <a:ext uri="{FF2B5EF4-FFF2-40B4-BE49-F238E27FC236}">
                <a16:creationId xmlns:a16="http://schemas.microsoft.com/office/drawing/2014/main" id="{6195C519-0852-7183-023C-2ECAC5FDC823}"/>
              </a:ext>
            </a:extLst>
          </p:cNvPr>
          <p:cNvSpPr/>
          <p:nvPr/>
        </p:nvSpPr>
        <p:spPr>
          <a:xfrm>
            <a:off x="1260281" y="2107129"/>
            <a:ext cx="977996" cy="701748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SmolLM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F22F75C-5BFF-F688-A89E-76B58C4273BD}"/>
              </a:ext>
            </a:extLst>
          </p:cNvPr>
          <p:cNvCxnSpPr/>
          <p:nvPr/>
        </p:nvCxnSpPr>
        <p:spPr>
          <a:xfrm>
            <a:off x="2324987" y="2050531"/>
            <a:ext cx="30834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3CE6E2-6181-9609-CC98-331F1028A2BC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>
            <a:off x="7255301" y="1236465"/>
            <a:ext cx="949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5B565C-E84E-2951-82E0-6381D668426F}"/>
              </a:ext>
            </a:extLst>
          </p:cNvPr>
          <p:cNvCxnSpPr>
            <a:cxnSpLocks/>
            <a:stCxn id="9" idx="3"/>
            <a:endCxn id="48" idx="1"/>
          </p:cNvCxnSpPr>
          <p:nvPr/>
        </p:nvCxnSpPr>
        <p:spPr>
          <a:xfrm>
            <a:off x="7315193" y="2150259"/>
            <a:ext cx="889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733A7E0-19F9-36C7-F671-263B0C28F40E}"/>
              </a:ext>
            </a:extLst>
          </p:cNvPr>
          <p:cNvSpPr/>
          <p:nvPr/>
        </p:nvSpPr>
        <p:spPr>
          <a:xfrm>
            <a:off x="8204351" y="1799385"/>
            <a:ext cx="1457103" cy="7017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87279F9-320E-0385-D748-46B25B4D45AD}"/>
              </a:ext>
            </a:extLst>
          </p:cNvPr>
          <p:cNvSpPr/>
          <p:nvPr/>
        </p:nvSpPr>
        <p:spPr>
          <a:xfrm>
            <a:off x="8204351" y="885591"/>
            <a:ext cx="1457103" cy="7017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4C69FCC-F78F-A9E6-B098-FE3B876E92C0}"/>
              </a:ext>
            </a:extLst>
          </p:cNvPr>
          <p:cNvSpPr/>
          <p:nvPr/>
        </p:nvSpPr>
        <p:spPr>
          <a:xfrm>
            <a:off x="8204351" y="2678676"/>
            <a:ext cx="1457103" cy="7017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9AAC7DD-27AA-D0AA-55A0-97DB3F76F3A9}"/>
              </a:ext>
            </a:extLst>
          </p:cNvPr>
          <p:cNvCxnSpPr>
            <a:cxnSpLocks/>
            <a:stCxn id="10" idx="3"/>
            <a:endCxn id="57" idx="1"/>
          </p:cNvCxnSpPr>
          <p:nvPr/>
        </p:nvCxnSpPr>
        <p:spPr>
          <a:xfrm>
            <a:off x="7315193" y="3029549"/>
            <a:ext cx="889158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46A0C2-E64F-F290-1272-0C93F4387212}"/>
              </a:ext>
            </a:extLst>
          </p:cNvPr>
          <p:cNvCxnSpPr>
            <a:cxnSpLocks/>
            <a:stCxn id="10" idx="3"/>
            <a:endCxn id="48" idx="1"/>
          </p:cNvCxnSpPr>
          <p:nvPr/>
        </p:nvCxnSpPr>
        <p:spPr>
          <a:xfrm flipV="1">
            <a:off x="7315193" y="2150259"/>
            <a:ext cx="889158" cy="8792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F0313C9-5E0D-BB69-0294-8924D3A780C6}"/>
              </a:ext>
            </a:extLst>
          </p:cNvPr>
          <p:cNvCxnSpPr>
            <a:cxnSpLocks/>
            <a:stCxn id="10" idx="3"/>
            <a:endCxn id="49" idx="1"/>
          </p:cNvCxnSpPr>
          <p:nvPr/>
        </p:nvCxnSpPr>
        <p:spPr>
          <a:xfrm flipV="1">
            <a:off x="7315193" y="1236465"/>
            <a:ext cx="889158" cy="17930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990F25-A6AB-5E8F-6DE5-DF0521983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161" y="2799851"/>
            <a:ext cx="436976" cy="4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BE1FF54A-FE1D-B202-BFE6-01ABA6182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07403" y="2794149"/>
            <a:ext cx="436976" cy="4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ari logo and symbol, meaning, history, PNG">
            <a:extLst>
              <a:ext uri="{FF2B5EF4-FFF2-40B4-BE49-F238E27FC236}">
                <a16:creationId xmlns:a16="http://schemas.microsoft.com/office/drawing/2014/main" id="{683FEB7B-C9A5-0EFF-A5D9-78CB69873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267" y="2799850"/>
            <a:ext cx="721557" cy="45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26D3E304-4902-B81D-A087-D289982F2465}"/>
              </a:ext>
            </a:extLst>
          </p:cNvPr>
          <p:cNvSpPr txBox="1"/>
          <p:nvPr/>
        </p:nvSpPr>
        <p:spPr>
          <a:xfrm>
            <a:off x="8334818" y="406776"/>
            <a:ext cx="107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</p:txBody>
      </p:sp>
    </p:spTree>
    <p:extLst>
      <p:ext uri="{BB962C8B-B14F-4D97-AF65-F5344CB8AC3E}">
        <p14:creationId xmlns:p14="http://schemas.microsoft.com/office/powerpoint/2010/main" val="113764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39</Words>
  <Application>Microsoft Macintosh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Reese Levine</dc:creator>
  <cp:lastModifiedBy>Reese Levine</cp:lastModifiedBy>
  <cp:revision>9</cp:revision>
  <dcterms:created xsi:type="dcterms:W3CDTF">2026-05-05T15:39:08Z</dcterms:created>
  <dcterms:modified xsi:type="dcterms:W3CDTF">2026-05-05T16:48:27Z</dcterms:modified>
</cp:coreProperties>
</file>