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7724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>
      <p:cViewPr varScale="1">
        <p:scale>
          <a:sx n="143" d="100"/>
          <a:sy n="143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942837"/>
            <a:ext cx="660654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025879"/>
            <a:ext cx="58293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9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7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436261"/>
            <a:ext cx="6703695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855363"/>
            <a:ext cx="6703695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6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533609"/>
            <a:ext cx="330327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533609"/>
            <a:ext cx="330327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06723"/>
            <a:ext cx="6703695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412255"/>
            <a:ext cx="3288089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104379"/>
            <a:ext cx="3288089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412255"/>
            <a:ext cx="330428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104379"/>
            <a:ext cx="330428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1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3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84069"/>
            <a:ext cx="250680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829484"/>
            <a:ext cx="3934778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28311"/>
            <a:ext cx="250680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84069"/>
            <a:ext cx="250680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829484"/>
            <a:ext cx="3934778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28311"/>
            <a:ext cx="250680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8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5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06722"/>
            <a:ext cx="1675924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06722"/>
            <a:ext cx="4930616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2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06723"/>
            <a:ext cx="6703695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533609"/>
            <a:ext cx="6703695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339630"/>
            <a:ext cx="174879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ED055-FE03-E64C-83D7-6CF23C5F87EC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5339630"/>
            <a:ext cx="2623185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339630"/>
            <a:ext cx="174879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1EF51-12CD-A044-A3AE-20619FC66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8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D55A24-BD68-A02E-E9B8-A612308AA38B}"/>
              </a:ext>
            </a:extLst>
          </p:cNvPr>
          <p:cNvSpPr/>
          <p:nvPr/>
        </p:nvSpPr>
        <p:spPr>
          <a:xfrm>
            <a:off x="202529" y="454219"/>
            <a:ext cx="7018752" cy="1993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46C6F-0210-35FB-5421-6912295BFE73}"/>
              </a:ext>
            </a:extLst>
          </p:cNvPr>
          <p:cNvSpPr txBox="1"/>
          <p:nvPr/>
        </p:nvSpPr>
        <p:spPr>
          <a:xfrm>
            <a:off x="2202445" y="87273"/>
            <a:ext cx="318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llama.cpp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WebGPU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</a:t>
            </a:r>
          </a:p>
        </p:txBody>
      </p:sp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FBFFD950-8F7B-3DA3-CD15-CC0E6AAED8D3}"/>
              </a:ext>
            </a:extLst>
          </p:cNvPr>
          <p:cNvSpPr/>
          <p:nvPr/>
        </p:nvSpPr>
        <p:spPr>
          <a:xfrm>
            <a:off x="296508" y="1061542"/>
            <a:ext cx="1837824" cy="1148316"/>
          </a:xfrm>
          <a:prstGeom prst="snip1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Buffer setup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Graph computation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9D058-30E4-FABE-9E16-99F0CA16DEF8}"/>
              </a:ext>
            </a:extLst>
          </p:cNvPr>
          <p:cNvSpPr txBox="1"/>
          <p:nvPr/>
        </p:nvSpPr>
        <p:spPr>
          <a:xfrm>
            <a:off x="202536" y="557824"/>
            <a:ext cx="2042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ggml-webgpu.cpp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142B3-42B1-AFB4-2B43-FC2E6C5E1222}"/>
              </a:ext>
            </a:extLst>
          </p:cNvPr>
          <p:cNvSpPr txBox="1"/>
          <p:nvPr/>
        </p:nvSpPr>
        <p:spPr>
          <a:xfrm>
            <a:off x="2668148" y="557824"/>
            <a:ext cx="1636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shader-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lib.cpp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nip Single Corner Rectangle 9">
            <a:extLst>
              <a:ext uri="{FF2B5EF4-FFF2-40B4-BE49-F238E27FC236}">
                <a16:creationId xmlns:a16="http://schemas.microsoft.com/office/drawing/2014/main" id="{05DC966F-ED75-7EFF-BE7E-8FBE240B4662}"/>
              </a:ext>
            </a:extLst>
          </p:cNvPr>
          <p:cNvSpPr/>
          <p:nvPr/>
        </p:nvSpPr>
        <p:spPr>
          <a:xfrm>
            <a:off x="2578200" y="1061542"/>
            <a:ext cx="1837824" cy="1148316"/>
          </a:xfrm>
          <a:prstGeom prst="snip1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Preprocessing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Pipeline creation/caching</a:t>
            </a:r>
          </a:p>
          <a:p>
            <a:pPr marL="285720" indent="-285720">
              <a:buFontTx/>
              <a:buChar char="-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45BE3-A510-69AF-07DE-E52999D905D6}"/>
              </a:ext>
            </a:extLst>
          </p:cNvPr>
          <p:cNvSpPr txBox="1"/>
          <p:nvPr/>
        </p:nvSpPr>
        <p:spPr>
          <a:xfrm>
            <a:off x="4929176" y="557824"/>
            <a:ext cx="2010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WGSL Templates</a:t>
            </a:r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2B66A26C-0428-3AF8-6045-DED7F2A96089}"/>
              </a:ext>
            </a:extLst>
          </p:cNvPr>
          <p:cNvSpPr/>
          <p:nvPr/>
        </p:nvSpPr>
        <p:spPr>
          <a:xfrm>
            <a:off x="4765916" y="1007782"/>
            <a:ext cx="1129024" cy="498740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mat-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nip Single Corner Rectangle 12">
            <a:extLst>
              <a:ext uri="{FF2B5EF4-FFF2-40B4-BE49-F238E27FC236}">
                <a16:creationId xmlns:a16="http://schemas.microsoft.com/office/drawing/2014/main" id="{916F27C9-348A-6875-D619-1BC544EDBEDB}"/>
              </a:ext>
            </a:extLst>
          </p:cNvPr>
          <p:cNvSpPr/>
          <p:nvPr/>
        </p:nvSpPr>
        <p:spPr>
          <a:xfrm>
            <a:off x="5993602" y="1007782"/>
            <a:ext cx="1129024" cy="498740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flash-attn</a:t>
            </a:r>
          </a:p>
        </p:txBody>
      </p:sp>
      <p:sp>
        <p:nvSpPr>
          <p:cNvPr id="15" name="Snip Single Corner Rectangle 14">
            <a:extLst>
              <a:ext uri="{FF2B5EF4-FFF2-40B4-BE49-F238E27FC236}">
                <a16:creationId xmlns:a16="http://schemas.microsoft.com/office/drawing/2014/main" id="{53A13F1A-D43F-3551-9D39-C656F1800161}"/>
              </a:ext>
            </a:extLst>
          </p:cNvPr>
          <p:cNvSpPr/>
          <p:nvPr/>
        </p:nvSpPr>
        <p:spPr>
          <a:xfrm>
            <a:off x="5156983" y="1890886"/>
            <a:ext cx="1660267" cy="519745"/>
          </a:xfrm>
          <a:prstGeom prst="snip1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Preprocessor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343FA2-036F-723C-B110-E636A564B425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 flipH="1" flipV="1">
            <a:off x="4416023" y="1635698"/>
            <a:ext cx="740952" cy="51505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4266F89-6F7F-BAC2-621F-A24DBC9FBD2C}"/>
              </a:ext>
            </a:extLst>
          </p:cNvPr>
          <p:cNvSpPr txBox="1"/>
          <p:nvPr/>
        </p:nvSpPr>
        <p:spPr>
          <a:xfrm>
            <a:off x="5166389" y="1510071"/>
            <a:ext cx="1529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wgsl.hpp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718F83C-176E-7F95-3D75-5455137F474B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>
            <a:off x="2134339" y="1635698"/>
            <a:ext cx="443867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A61B9E-3B8F-E846-1439-4E6E2432FA83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425443" y="1257151"/>
            <a:ext cx="340475" cy="37854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A584970-D0AE-5B33-9C8A-64B8965ED6DD}"/>
              </a:ext>
            </a:extLst>
          </p:cNvPr>
          <p:cNvSpPr/>
          <p:nvPr/>
        </p:nvSpPr>
        <p:spPr>
          <a:xfrm>
            <a:off x="202535" y="2780645"/>
            <a:ext cx="2059757" cy="4678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Dawn</a:t>
            </a:r>
          </a:p>
        </p:txBody>
      </p:sp>
      <p:pic>
        <p:nvPicPr>
          <p:cNvPr id="53" name="Graphic 52" descr="Processor with solid fill">
            <a:extLst>
              <a:ext uri="{FF2B5EF4-FFF2-40B4-BE49-F238E27FC236}">
                <a16:creationId xmlns:a16="http://schemas.microsoft.com/office/drawing/2014/main" id="{CAC243B0-A052-68D6-6177-E83072AC9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4264" y="4502825"/>
            <a:ext cx="820785" cy="82078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1AA5CE2-A4A7-C0FB-8BE9-495B151DF0E3}"/>
              </a:ext>
            </a:extLst>
          </p:cNvPr>
          <p:cNvSpPr txBox="1"/>
          <p:nvPr/>
        </p:nvSpPr>
        <p:spPr>
          <a:xfrm>
            <a:off x="2006650" y="5292899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2929A3F-A5D5-9D08-A2A2-BA7FFA8B3A00}"/>
              </a:ext>
            </a:extLst>
          </p:cNvPr>
          <p:cNvCxnSpPr>
            <a:cxnSpLocks/>
            <a:stCxn id="4" idx="2"/>
            <a:endCxn id="50" idx="0"/>
          </p:cNvCxnSpPr>
          <p:nvPr/>
        </p:nvCxnSpPr>
        <p:spPr>
          <a:xfrm flipH="1">
            <a:off x="1232417" y="2447474"/>
            <a:ext cx="2479497" cy="333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21B6344-A6E6-7A86-FBCA-3D6ED2EEC690}"/>
              </a:ext>
            </a:extLst>
          </p:cNvPr>
          <p:cNvSpPr/>
          <p:nvPr/>
        </p:nvSpPr>
        <p:spPr>
          <a:xfrm>
            <a:off x="5073046" y="2775268"/>
            <a:ext cx="2059757" cy="4678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Emscripten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64F5133-5961-F821-8747-667FBF1FBF24}"/>
              </a:ext>
            </a:extLst>
          </p:cNvPr>
          <p:cNvCxnSpPr>
            <a:cxnSpLocks/>
            <a:stCxn id="4" idx="2"/>
            <a:endCxn id="59" idx="0"/>
          </p:cNvCxnSpPr>
          <p:nvPr/>
        </p:nvCxnSpPr>
        <p:spPr>
          <a:xfrm>
            <a:off x="3711913" y="2447475"/>
            <a:ext cx="2391015" cy="327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989D019-AE21-7093-71E8-62EC4D86AE6E}"/>
              </a:ext>
            </a:extLst>
          </p:cNvPr>
          <p:cNvSpPr/>
          <p:nvPr/>
        </p:nvSpPr>
        <p:spPr>
          <a:xfrm>
            <a:off x="4910124" y="4457401"/>
            <a:ext cx="2385607" cy="74581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Web Worker support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Model caching</a:t>
            </a:r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C95EF456-AB11-0C82-1102-1C47EDB98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996" y="4687725"/>
            <a:ext cx="436976" cy="4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6" descr="undefined">
            <a:extLst>
              <a:ext uri="{FF2B5EF4-FFF2-40B4-BE49-F238E27FC236}">
                <a16:creationId xmlns:a16="http://schemas.microsoft.com/office/drawing/2014/main" id="{C8661783-C758-38EA-3568-44F3A1AD4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20239" y="4682022"/>
            <a:ext cx="436976" cy="4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8" descr="Safari logo and symbol, meaning, history, PNG">
            <a:extLst>
              <a:ext uri="{FF2B5EF4-FFF2-40B4-BE49-F238E27FC236}">
                <a16:creationId xmlns:a16="http://schemas.microsoft.com/office/drawing/2014/main" id="{F1C140C1-EE2D-4020-110A-6620DC1A9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107" y="4687729"/>
            <a:ext cx="721558" cy="45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B4178B7-F7BD-D7DF-23DE-E526D8F29BE0}"/>
              </a:ext>
            </a:extLst>
          </p:cNvPr>
          <p:cNvCxnSpPr>
            <a:cxnSpLocks/>
            <a:stCxn id="59" idx="2"/>
            <a:endCxn id="139" idx="3"/>
          </p:cNvCxnSpPr>
          <p:nvPr/>
        </p:nvCxnSpPr>
        <p:spPr>
          <a:xfrm flipH="1">
            <a:off x="6102928" y="3243106"/>
            <a:ext cx="1" cy="198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BD5B710-9B76-2DD9-BB38-6BB12838B96D}"/>
              </a:ext>
            </a:extLst>
          </p:cNvPr>
          <p:cNvCxnSpPr>
            <a:cxnSpLocks/>
          </p:cNvCxnSpPr>
          <p:nvPr/>
        </p:nvCxnSpPr>
        <p:spPr>
          <a:xfrm flipH="1">
            <a:off x="4595679" y="4917428"/>
            <a:ext cx="3144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6A98312-D996-7E83-DAB0-2607862A4982}"/>
              </a:ext>
            </a:extLst>
          </p:cNvPr>
          <p:cNvCxnSpPr>
            <a:cxnSpLocks/>
            <a:stCxn id="108" idx="1"/>
            <a:endCxn id="53" idx="1"/>
          </p:cNvCxnSpPr>
          <p:nvPr/>
        </p:nvCxnSpPr>
        <p:spPr>
          <a:xfrm>
            <a:off x="1232415" y="4127613"/>
            <a:ext cx="721849" cy="785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1FEA9A4-6E72-CFDF-A4CC-C5FBAF2C5762}"/>
              </a:ext>
            </a:extLst>
          </p:cNvPr>
          <p:cNvCxnSpPr>
            <a:cxnSpLocks/>
          </p:cNvCxnSpPr>
          <p:nvPr/>
        </p:nvCxnSpPr>
        <p:spPr>
          <a:xfrm flipH="1">
            <a:off x="2775047" y="4913210"/>
            <a:ext cx="2653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Snip Single Corner Rectangle 107">
            <a:extLst>
              <a:ext uri="{FF2B5EF4-FFF2-40B4-BE49-F238E27FC236}">
                <a16:creationId xmlns:a16="http://schemas.microsoft.com/office/drawing/2014/main" id="{E59099A1-CFFE-7E49-A947-733020A4FD42}"/>
              </a:ext>
            </a:extLst>
          </p:cNvPr>
          <p:cNvSpPr/>
          <p:nvPr/>
        </p:nvSpPr>
        <p:spPr>
          <a:xfrm>
            <a:off x="326187" y="3441615"/>
            <a:ext cx="1812440" cy="685995"/>
          </a:xfrm>
          <a:prstGeom prst="snip1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C++/WGSL executable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D3826F6-F21A-55F7-D835-FE467FDD49D2}"/>
              </a:ext>
            </a:extLst>
          </p:cNvPr>
          <p:cNvCxnSpPr>
            <a:cxnSpLocks/>
            <a:stCxn id="50" idx="2"/>
            <a:endCxn id="108" idx="3"/>
          </p:cNvCxnSpPr>
          <p:nvPr/>
        </p:nvCxnSpPr>
        <p:spPr>
          <a:xfrm flipH="1">
            <a:off x="1232416" y="3248478"/>
            <a:ext cx="1" cy="19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Snip Single Corner Rectangle 138">
            <a:extLst>
              <a:ext uri="{FF2B5EF4-FFF2-40B4-BE49-F238E27FC236}">
                <a16:creationId xmlns:a16="http://schemas.microsoft.com/office/drawing/2014/main" id="{5272BEBE-97DF-99AB-5844-57D705762FF9}"/>
              </a:ext>
            </a:extLst>
          </p:cNvPr>
          <p:cNvSpPr/>
          <p:nvPr/>
        </p:nvSpPr>
        <p:spPr>
          <a:xfrm>
            <a:off x="5258587" y="3441615"/>
            <a:ext cx="1688668" cy="685995"/>
          </a:xfrm>
          <a:prstGeom prst="snip1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WASM/WGSL executable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3881A6B-EC05-57DA-617C-A940B2024F6C}"/>
              </a:ext>
            </a:extLst>
          </p:cNvPr>
          <p:cNvCxnSpPr>
            <a:cxnSpLocks/>
            <a:stCxn id="139" idx="1"/>
            <a:endCxn id="65" idx="0"/>
          </p:cNvCxnSpPr>
          <p:nvPr/>
        </p:nvCxnSpPr>
        <p:spPr>
          <a:xfrm>
            <a:off x="6102921" y="4127610"/>
            <a:ext cx="7" cy="329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3D207C2C-2C44-D48E-D28F-70DC518A5AA0}"/>
              </a:ext>
            </a:extLst>
          </p:cNvPr>
          <p:cNvSpPr txBox="1"/>
          <p:nvPr/>
        </p:nvSpPr>
        <p:spPr>
          <a:xfrm>
            <a:off x="5661740" y="5203214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wllama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PUHarbor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52</Words>
  <Application>Microsoft Macintosh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Reese Levine</dc:creator>
  <cp:lastModifiedBy>Reese Levine</cp:lastModifiedBy>
  <cp:revision>12</cp:revision>
  <dcterms:created xsi:type="dcterms:W3CDTF">2026-05-05T16:34:41Z</dcterms:created>
  <dcterms:modified xsi:type="dcterms:W3CDTF">2026-05-05T18:51:38Z</dcterms:modified>
</cp:coreProperties>
</file>